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zahee/OneDrive/Desktop/zip/app/public/images/logo-wordmark-ligh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57200"/>
            <a:ext cx="36576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2026-03-12T17:54:20Z</dcterms:created>
  <dcterms:modified xsi:type="dcterms:W3CDTF">2026-03-12T17:54:20Z</dcterms:modified>
</cp:coreProperties>
</file>